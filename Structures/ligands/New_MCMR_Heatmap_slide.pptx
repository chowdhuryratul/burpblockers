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>
      <p:cViewPr>
        <p:scale>
          <a:sx n="112" d="100"/>
          <a:sy n="112" d="100"/>
        </p:scale>
        <p:origin x="81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42773-2465-6565-0C07-5C331F54F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B6510-ED22-367C-5D22-35AFDF1CA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26402-D81C-98E4-51CE-0562C97E3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218E9-0029-934A-8F17-7D6AD68C8045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D34F9-39E6-B932-3CA1-E5963EA99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CCAA1-0A43-E915-DCC1-F3F8276C7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F634-F00A-FA4C-A151-86849C6E1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90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114B-CE57-A95A-AC4F-5AE7EF317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6A1A1-9E6F-DE15-713B-363338156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36D90-CE5F-0ACD-5B56-3B023FA3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218E9-0029-934A-8F17-7D6AD68C8045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A3A16-B39B-5988-2813-2072A0B0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92DF1-A359-6B6E-3AAE-D4E86211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F634-F00A-FA4C-A151-86849C6E1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81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FF2C8-3F98-37F7-3D5B-60B61C700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2C602-DCAF-AA87-186B-CB7B2AFF4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8970-9305-DDB0-21CA-7BFF90CD3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218E9-0029-934A-8F17-7D6AD68C8045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1B1F6-5EE8-47E2-ED48-9900805E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0A7D9-6CF6-1C89-DC20-5EE15A8C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F634-F00A-FA4C-A151-86849C6E1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81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9984D-5141-48D3-090D-367BACD2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ED110-EA44-D466-8B85-31C736214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A1E4D-0D4F-BA23-78B7-38B901CDE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09545-579B-9EEF-6324-E8843E5CC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218E9-0029-934A-8F17-7D6AD68C8045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23B2E-F83C-3B6B-42F5-C954A79C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31421-D6E3-D888-C6B8-6D6BE5380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F634-F00A-FA4C-A151-86849C6E1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5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DC26-D4A8-367A-7CB3-F07435CC6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FAF5F-8D32-78E7-24A2-CA9D76463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F021B-AE1D-5483-3DFD-1DA0CE048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069EF-BA3D-EC07-1313-BEAFD46C8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AE245F-5BA6-7C36-8C00-1F5DFCA24D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E9FB65-79EC-5C06-7F4D-E0EDC6A4C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218E9-0029-934A-8F17-7D6AD68C8045}" type="datetimeFigureOut">
              <a:rPr lang="en-US" smtClean="0"/>
              <a:t>10/1/25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51BEF-E324-47E2-E5DD-97428832C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36103B-0157-3F32-4C61-B25DF86C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F634-F00A-FA4C-A151-86849C6E1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9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1EE6-8392-9980-87E3-DBF360B2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E81B9-A64A-C6DB-87BC-01EA4275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218E9-0029-934A-8F17-7D6AD68C8045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D571B-4189-18ED-CFCB-E3E62235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66F1A-BE18-4F4B-208B-26AF629C6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F634-F00A-FA4C-A151-86849C6E1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48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234631-76D8-FEBE-0275-1AB996C54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218E9-0029-934A-8F17-7D6AD68C8045}" type="datetimeFigureOut">
              <a:rPr lang="en-US" smtClean="0"/>
              <a:t>10/1/25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BBA287-0296-2BF5-9F4F-8EEA3C7FA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E11DE-4AA4-6456-A87F-04D7935B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F634-F00A-FA4C-A151-86849C6E1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90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BA0BA-8BCA-B5FB-F18D-AA7D4CCC3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38DB7-47CE-76D7-AD90-61126AA10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1DDFB1-6CCD-E9A7-78A0-99E50A85D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22DC4-1EA8-7E4C-6874-7CC0455D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218E9-0029-934A-8F17-7D6AD68C8045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F6A35-48F7-B988-22AC-94F731068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43325-22B1-D682-AAEC-B18E9595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F634-F00A-FA4C-A151-86849C6E1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93F6-4445-446D-10A9-DAE43849F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04D88-2BA2-4DAF-0966-1C8546A764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1E7DF-58DB-B949-659D-8AF40FF19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85570-48D9-20BE-B846-1407B37D1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218E9-0029-934A-8F17-7D6AD68C8045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A8D5D-73EE-D12D-C24D-D52B8564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CB790-FAF1-5389-1E2C-8E787BDD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F634-F00A-FA4C-A151-86849C6E1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33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2DE5-26A4-24F1-6AA8-1787F0F40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6FBBA-4CEB-A587-03FE-BF13896AC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4C4BC-055E-F0F9-969F-D92C487A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218E9-0029-934A-8F17-7D6AD68C8045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0CC1D-4DDF-F8D1-47BD-278B50A16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BFF18-A646-E9C4-422B-1048B23A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F634-F00A-FA4C-A151-86849C6E1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7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814394-668D-DEA5-8E8D-2ADBBF041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9E6DD-026B-5B44-6636-00C865DE1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2E6A1-968C-131F-50FF-57F6D4071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218E9-0029-934A-8F17-7D6AD68C8045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4F5B2-577E-FC1C-50F1-060F8254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5D1C1-4A67-05E0-D9D6-C5E60ACB2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F634-F00A-FA4C-A151-86849C6E1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60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FFA9BE-3400-A666-7C2F-255436FD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80D4C-828A-1FB7-7A96-103E7179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B6985-24AB-F932-CBA7-701EF893B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218E9-0029-934A-8F17-7D6AD68C8045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9A28D-F37C-0153-4489-59E08EA19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33362-20C2-7EC0-D1A7-E8BF3F517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4F634-F00A-FA4C-A151-86849C6E1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9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graph of energy efficiency&#10;&#10;AI-generated content may be incorrect.">
            <a:extLst>
              <a:ext uri="{FF2B5EF4-FFF2-40B4-BE49-F238E27FC236}">
                <a16:creationId xmlns:a16="http://schemas.microsoft.com/office/drawing/2014/main" id="{671B8FE5-24D6-5431-DC6F-0D3B919D9C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5"/>
          <a:stretch>
            <a:fillRect/>
          </a:stretch>
        </p:blipFill>
        <p:spPr>
          <a:xfrm>
            <a:off x="364445" y="29812"/>
            <a:ext cx="11463110" cy="6446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94F560-2A77-7D06-94A6-E9CFE2964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026" y="6358651"/>
            <a:ext cx="1779104" cy="46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48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Aryee, Randy [C B E]</dc:creator>
  <cp:lastModifiedBy>Aryee, Randy [C B E]</cp:lastModifiedBy>
  <cp:revision>2</cp:revision>
  <dcterms:created xsi:type="dcterms:W3CDTF">2025-10-01T05:17:00Z</dcterms:created>
  <dcterms:modified xsi:type="dcterms:W3CDTF">2025-10-06T21:28:28Z</dcterms:modified>
</cp:coreProperties>
</file>